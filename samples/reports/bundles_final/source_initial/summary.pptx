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3b736b68f17e849827cfe9a6d6aea2bae88d65ff2ae1b7562d26da12034b88c4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3b736b68f17e849827cfe9a6d6aea2bae88d65ff2ae1b7562d26da12034b88c4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3b736b68f17e849827cfe9a6d6aea2bae88d65ff2ae1b7562d26da12034b88c4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3b736b68f17e849827cfe9a6d6aea2bae88d65ff2ae1b7562d26da12034b88c4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3b736b68f17e849827cfe9a6d6aea2bae88d65ff2ae1b7562d26da12034b88c4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 3b736b68f17e849827cfe9a6d6aea2bae88d65ff2ae1b7562d26da12034b88c4</a:t>
            </a:r>
          </a:p>
          <a:p>
            <a:r>
              <a:t>合成示範資料，僅供本機開發驗證；未使用正式核准模板，不代表實際客戶檢測。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Times New Roman"/>
                <a:ea typeface="Microsoft JhengHei"/>
              </a:rPr>
              <a:t>KUANGUARD SOURCE </a:t>
            </a: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檢測摘要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2026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年度合成示範專案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版本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合成示範資料，僅供本機開發驗證；未使用正式核准模板，不代表實際客戶檢測。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snap_3b736b68f17e849827cfe9a6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檢測範圍與統計口徑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預定資產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2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完成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弱點種類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實例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受影響資產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Informational 0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與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Unknown 0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另列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未檢測與證據不足不視為安全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snap_3b736b68f17e849827cfe9a6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四級弱點實例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嚴重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Critical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高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High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中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Medium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低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Low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　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snap_3b736b68f17e849827cfe9a6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嚴重風險結果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N/A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snap_3b736b68f17e849827cfe9a6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高風險</a:t>
            </a:r>
            <a:r>
              <a:rPr sz="2600">
                <a:solidFill>
                  <a:srgbClr val="152B43"/>
                </a:solidFill>
                <a:latin typeface="Times New Roman"/>
                <a:ea typeface="Microsoft JhengHei"/>
              </a:rPr>
              <a:t> SYNTH-SOURCE-001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來源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SYNTH-SOURCE-001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資產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src/demo.py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位置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src/demo.py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說明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合成規則發現僅用於匯入與報告驗證。來源檔未執行。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改善</a:t>
            </a:r>
            <a:r>
              <a:rPr sz="2400">
                <a:solidFill>
                  <a:srgbClr val="152B43"/>
                </a:solidFill>
                <a:latin typeface="Times New Roman"/>
                <a:ea typeface="Microsoft JhengHei"/>
              </a:rPr>
              <a:t> </a:t>
            </a:r>
            <a:r>
              <a:rPr sz="2400">
                <a:solidFill>
                  <a:srgbClr val="152B43"/>
                </a:solidFill>
                <a:latin typeface="Microsoft JhengHei"/>
                <a:ea typeface="Microsoft JhengHei"/>
              </a:rPr>
              <a:t>依實際規則與框架完成輸入驗證並保留測試。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snap_3b736b68f17e849827cfe9a6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600">
                <a:solidFill>
                  <a:srgbClr val="152B43"/>
                </a:solidFill>
                <a:latin typeface="Microsoft JhengHei"/>
                <a:ea typeface="Microsoft JhengHei"/>
              </a:rPr>
              <a:t>資料追溯與限制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覆核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synthetic-reviewer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時間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2026-09-10T06:00:00Z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Parser kuanguard-parsers/1.0.0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模板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kuanguard-development/1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完整來源與快照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SHA256 </a:t>
            </a:r>
            <a:r>
              <a:rPr sz="1800">
                <a:solidFill>
                  <a:srgbClr val="152B43"/>
                </a:solidFill>
                <a:latin typeface="Microsoft JhengHei"/>
                <a:ea typeface="Microsoft JhengHei"/>
              </a:rPr>
              <a:t>列於</a:t>
            </a:r>
            <a:r>
              <a:rPr sz="1800">
                <a:solidFill>
                  <a:srgbClr val="152B43"/>
                </a:solidFill>
                <a:latin typeface="Times New Roman"/>
                <a:ea typeface="Microsoft JhengHei"/>
              </a:rPr>
              <a:t> manifest.json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KUANGUARD 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合成示範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snap_3b736b68f17e849827cfe9a6</a:t>
            </a:r>
            <a:r>
              <a:rPr sz="900">
                <a:solidFill>
                  <a:srgbClr val="516274"/>
                </a:solidFill>
                <a:latin typeface="Microsoft JhengHei"/>
                <a:ea typeface="Microsoft JhengHei"/>
              </a:rPr>
              <a:t>　</a:t>
            </a:r>
            <a:r>
              <a:rPr sz="900">
                <a:solidFill>
                  <a:srgbClr val="516274"/>
                </a:solidFill>
                <a:latin typeface="Times New Roman"/>
                <a:ea typeface="Microsoft JhengHe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KUANGUARD SOURCE 檢測摘要</dc:title>
  <dc:subject>snap_3b736b68f17e849827cfe9a6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