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06c6a576b9d3afed2ef05905b3183ce3393af1fd8298a1c3e7913377e75c2ac5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06c6a576b9d3afed2ef05905b3183ce3393af1fd8298a1c3e7913377e75c2ac5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06c6a576b9d3afed2ef05905b3183ce3393af1fd8298a1c3e7913377e75c2ac5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06c6a576b9d3afed2ef05905b3183ce3393af1fd8298a1c3e7913377e75c2ac5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06c6a576b9d3afed2ef05905b3183ce3393af1fd8298a1c3e7913377e75c2ac5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06c6a576b9d3afed2ef05905b3183ce3393af1fd8298a1c3e7913377e75c2ac5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06c6a576b9d3afed2ef05905b3183ce3393af1fd8298a1c3e7913377e75c2ac5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KUANGUARD VA </a:t>
            </a: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2026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年度合成示範專案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版本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合成示範資料，僅供本機開發驗證；未使用正式核准模板，不代表實際客戶檢測。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snap_06c6a576b9d3afed2ef05905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檢測範圍與統計口徑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預定資產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3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完成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弱點種類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實例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受影響資產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Informational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與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Unknown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另列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未檢測與證據不足不視為安全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snap_06c6a576b9d3afed2ef05905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四級弱點實例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嚴重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Critical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高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High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中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Medium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Low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snap_06c6a576b9d3afed2ef05905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嚴重風險結果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N/A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snap_06c6a576b9d3afed2ef05905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高風險結果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N/A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snap_06c6a576b9d3afed2ef05905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複測追蹤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100001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已驗證修復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100002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仍存在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100003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無法判定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snap_06c6a576b9d3afed2ef05905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資料追溯與限制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覆核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synthetic-reviewer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時間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2026-09-10T06:00:00Z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Parser kuanguard-parsers/1.0.0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模板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kuanguard-development/1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完整來源與快照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SHA256 </a:t>
            </a: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列於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manifest.json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snap_06c6a576b9d3afed2ef05905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KUANGUARD VA 檢測摘要</dc:title>
  <dc:subject>snap_06c6a576b9d3afed2ef05905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