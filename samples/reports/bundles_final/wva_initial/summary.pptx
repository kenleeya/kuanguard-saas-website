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Snapshot 196d1140b3ed6e5bb9178f9c054578eec74f067302a62fa88945c83319f51d79</a:t>
            </a:r>
          </a:p>
          <a:p>
            <a:r>
              <a:t>合成示範資料，僅供本機開發驗證；未使用正式核准模板，不代表實際客戶檢測。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Snapshot 196d1140b3ed6e5bb9178f9c054578eec74f067302a62fa88945c83319f51d79</a:t>
            </a:r>
          </a:p>
          <a:p>
            <a:r>
              <a:t>合成示範資料，僅供本機開發驗證；未使用正式核准模板，不代表實際客戶檢測。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Snapshot 196d1140b3ed6e5bb9178f9c054578eec74f067302a62fa88945c83319f51d79</a:t>
            </a:r>
          </a:p>
          <a:p>
            <a:r>
              <a:t>合成示範資料，僅供本機開發驗證；未使用正式核准模板，不代表實際客戶檢測。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Snapshot 196d1140b3ed6e5bb9178f9c054578eec74f067302a62fa88945c83319f51d79</a:t>
            </a:r>
          </a:p>
          <a:p>
            <a:r>
              <a:t>合成示範資料，僅供本機開發驗證；未使用正式核准模板，不代表實際客戶檢測。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Snapshot 196d1140b3ed6e5bb9178f9c054578eec74f067302a62fa88945c83319f51d79</a:t>
            </a:r>
          </a:p>
          <a:p>
            <a:r>
              <a:t>合成示範資料，僅供本機開發驗證；未使用正式核准模板，不代表實際客戶檢測。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Snapshot 196d1140b3ed6e5bb9178f9c054578eec74f067302a62fa88945c83319f51d79</a:t>
            </a:r>
          </a:p>
          <a:p>
            <a:r>
              <a:t>合成示範資料，僅供本機開發驗證；未使用正式核准模板，不代表實際客戶檢測。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600">
                <a:solidFill>
                  <a:srgbClr val="152B43"/>
                </a:solidFill>
                <a:latin typeface="Times New Roman"/>
                <a:ea typeface="Microsoft JhengHei"/>
              </a:rPr>
              <a:t>KUANGUARD WVA </a:t>
            </a:r>
            <a:r>
              <a:rPr sz="2600">
                <a:solidFill>
                  <a:srgbClr val="152B43"/>
                </a:solidFill>
                <a:latin typeface="Microsoft JhengHei"/>
                <a:ea typeface="Microsoft JhengHei"/>
              </a:rPr>
              <a:t>檢測摘要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2026 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年度合成示範專案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版本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1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合成示範資料，僅供本機開發驗證；未使用正式核准模板，不代表實際客戶檢測。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KUANGUARD 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合成示範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snap_196d1140b3ed6e5bb9178f9c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600">
                <a:solidFill>
                  <a:srgbClr val="152B43"/>
                </a:solidFill>
                <a:latin typeface="Microsoft JhengHei"/>
                <a:ea typeface="Microsoft JhengHei"/>
              </a:rPr>
              <a:t>檢測範圍與統計口徑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預定資產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2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　完成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1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弱點種類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2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　實例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2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受影響資產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1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Informational 0 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與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Unknown 0 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另列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未檢測與證據不足不視為安全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KUANGUARD 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合成示範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snap_196d1140b3ed6e5bb9178f9c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600">
                <a:solidFill>
                  <a:srgbClr val="152B43"/>
                </a:solidFill>
                <a:latin typeface="Microsoft JhengHei"/>
                <a:ea typeface="Microsoft JhengHei"/>
              </a:rPr>
              <a:t>四級弱點實例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嚴重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Critical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　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1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高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High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　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0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中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Medium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　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0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低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Low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　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KUANGUARD 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合成示範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snap_196d1140b3ed6e5bb9178f9c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600">
                <a:solidFill>
                  <a:srgbClr val="152B43"/>
                </a:solidFill>
                <a:latin typeface="Microsoft JhengHei"/>
                <a:ea typeface="Microsoft JhengHei"/>
              </a:rPr>
              <a:t>嚴重風險</a:t>
            </a:r>
            <a:r>
              <a:rPr sz="2600">
                <a:solidFill>
                  <a:srgbClr val="152B43"/>
                </a:solidFill>
                <a:latin typeface="Times New Roman"/>
                <a:ea typeface="Microsoft JhengHei"/>
              </a:rPr>
              <a:t> SYNTH-WVA-001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來源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SYNTH-WVA-001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資產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https://app.example.test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位置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https://app.example.test/account?token=%5BREDACTED%5D&amp;view=profile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說明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合成案例呈現需要優先確認的存取條件。此內容未對任何真實網站發送請求。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改善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確認伺服器端授權條件，加入與角色及資源範圍一致的檢查。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KUANGUARD 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合成示範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snap_196d1140b3ed6e5bb9178f9c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600">
                <a:solidFill>
                  <a:srgbClr val="152B43"/>
                </a:solidFill>
                <a:latin typeface="Microsoft JhengHei"/>
                <a:ea typeface="Microsoft JhengHei"/>
              </a:rPr>
              <a:t>高風險結果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N/A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KUANGUARD 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合成示範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snap_196d1140b3ed6e5bb9178f9c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600">
                <a:solidFill>
                  <a:srgbClr val="152B43"/>
                </a:solidFill>
                <a:latin typeface="Microsoft JhengHei"/>
                <a:ea typeface="Microsoft JhengHei"/>
              </a:rPr>
              <a:t>資料追溯與限制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800">
                <a:solidFill>
                  <a:srgbClr val="152B43"/>
                </a:solidFill>
                <a:latin typeface="Microsoft JhengHei"/>
                <a:ea typeface="Microsoft JhengHei"/>
              </a:rPr>
              <a:t>覆核</a:t>
            </a:r>
            <a:r>
              <a:rPr sz="1800">
                <a:solidFill>
                  <a:srgbClr val="152B43"/>
                </a:solidFill>
                <a:latin typeface="Times New Roman"/>
                <a:ea typeface="Microsoft JhengHei"/>
              </a:rPr>
              <a:t> synthetic-reviewer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800">
                <a:solidFill>
                  <a:srgbClr val="152B43"/>
                </a:solidFill>
                <a:latin typeface="Microsoft JhengHei"/>
                <a:ea typeface="Microsoft JhengHei"/>
              </a:rPr>
              <a:t>時間</a:t>
            </a:r>
            <a:r>
              <a:rPr sz="1800">
                <a:solidFill>
                  <a:srgbClr val="152B43"/>
                </a:solidFill>
                <a:latin typeface="Times New Roman"/>
                <a:ea typeface="Microsoft JhengHei"/>
              </a:rPr>
              <a:t> 2026-09-10T06:00:00Z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800">
                <a:solidFill>
                  <a:srgbClr val="152B43"/>
                </a:solidFill>
                <a:latin typeface="Times New Roman"/>
                <a:ea typeface="Microsoft JhengHei"/>
              </a:rPr>
              <a:t>Parser kuanguard-parsers/1.0.0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800">
                <a:solidFill>
                  <a:srgbClr val="152B43"/>
                </a:solidFill>
                <a:latin typeface="Microsoft JhengHei"/>
                <a:ea typeface="Microsoft JhengHei"/>
              </a:rPr>
              <a:t>模板</a:t>
            </a:r>
            <a:r>
              <a:rPr sz="1800">
                <a:solidFill>
                  <a:srgbClr val="152B43"/>
                </a:solidFill>
                <a:latin typeface="Times New Roman"/>
                <a:ea typeface="Microsoft JhengHei"/>
              </a:rPr>
              <a:t> kuanguard-development/1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800">
                <a:solidFill>
                  <a:srgbClr val="152B43"/>
                </a:solidFill>
                <a:latin typeface="Microsoft JhengHei"/>
                <a:ea typeface="Microsoft JhengHei"/>
              </a:rPr>
              <a:t>完整來源與快照</a:t>
            </a:r>
            <a:r>
              <a:rPr sz="1800">
                <a:solidFill>
                  <a:srgbClr val="152B43"/>
                </a:solidFill>
                <a:latin typeface="Times New Roman"/>
                <a:ea typeface="Microsoft JhengHei"/>
              </a:rPr>
              <a:t> SHA256 </a:t>
            </a:r>
            <a:r>
              <a:rPr sz="1800">
                <a:solidFill>
                  <a:srgbClr val="152B43"/>
                </a:solidFill>
                <a:latin typeface="Microsoft JhengHei"/>
                <a:ea typeface="Microsoft JhengHei"/>
              </a:rPr>
              <a:t>列於</a:t>
            </a:r>
            <a:r>
              <a:rPr sz="1800">
                <a:solidFill>
                  <a:srgbClr val="152B43"/>
                </a:solidFill>
                <a:latin typeface="Times New Roman"/>
                <a:ea typeface="Microsoft JhengHei"/>
              </a:rPr>
              <a:t> manifest.json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KUANGUARD 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合成示範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snap_196d1140b3ed6e5bb9178f9c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KUANGUARD WVA 檢測摘要</dc:title>
  <dc:subject>snap_196d1140b3ed6e5bb9178f9c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